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26F6D-BF76-48BF-A352-370664D5D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2BCC49-4A25-40A3-BFDC-9AB1F5065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36BD75-547A-4DB9-9BC9-C31144889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8B6EEB-588B-45B5-960F-F335E45BD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267FD1-1BF2-428D-89E1-703AD044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00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E81020-2415-484A-AC38-DC34CC45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6C9405-D631-47E5-B83F-DFFEA57A5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D11F92-D06A-4EAB-9A1E-3827CECC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826360-5A03-463C-A9D0-0AFBEF45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D14009-BA76-4624-AE33-B6EE85B96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97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6DA798-07DE-4077-A3E3-9161A502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FBF5EC-2284-401B-B60A-FFF171EAB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4D6BFC-EF3E-4AA0-A945-86F82558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D7E8C5-D3B5-4661-9249-A1D89641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CF71A2-86C2-432D-AC9E-45E56886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373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DC4F1-3924-4EA7-AEC9-99780F88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BF82DA-C7FA-4AA8-8657-B45C1A21E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CC6237-7F25-4F49-B06C-50B712174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D558F9-E73E-4607-829D-6A43FD87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10CBB3-3F35-4A16-90AA-4C1E75F6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F1497B-312D-47AE-8B13-F76F6069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25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B58C7-6559-4D7D-9983-A30D61DAB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E5121A-6F11-4123-8A4A-F6585F8C1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4D0950-3919-494A-8728-5857D2B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9E195F3-8585-4492-8505-D4B6E880F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112183B-469F-4FA8-860A-61AEDFF68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D3366C5-5312-4D8E-AA9D-C77255F7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94FCE68-CF08-4D68-9F13-093D353C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74DC6A3-9DAF-479C-BC29-EA15218FA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754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A88B3F-06A5-480A-A3DF-39BC978D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345B983-4BBA-4795-A8D6-F7D4A7F9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B99F99-CC2F-4840-8EA0-6CD6AB94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2148ED-391A-4503-91D5-F1A4A692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021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2BAF18-9AA8-4AA3-A0E0-6514BD33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0A2EE23-1DD6-43B2-A859-067381491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59FA1C-F057-4F72-8A64-A2EFB85A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21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455EDD-8BD0-4A9E-8AEA-D5406968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AB4C7E-533D-4081-9172-B95D9EDD4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698C7B-9F6D-4C10-AD9D-8FD8548F5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F80FD5-2D3F-43EA-A215-DAB8D353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2DA545-D92A-42EF-AA10-53DBA5D5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CB988F-3AA2-4AD6-BEE6-E1A3F1E4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14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83D774-0A63-4D09-86EB-6412E555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00BE98C-176D-42DE-AF3B-DA2CB4D9C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7B09C6A-7847-4A96-B066-AA88BB560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455798-B13E-49ED-888F-3A6DF5296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C92DC6-1BE9-45CC-A782-840AA64A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4C33E8-8292-4542-98A4-9FB45AB3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33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53391D-E354-4339-9EAC-8BFDA22D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6E6BEE-F1F7-40FB-B09E-28251B93C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525606-F3BC-4BA6-9B51-35B5CAF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7C9AB5-599E-47A9-A165-5639B844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913CC-82B6-42D4-AAE2-A95F2914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74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1982D07-54AD-4016-9BB2-1802DCF7B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136E86-047C-4984-A6A8-AAEBADA3C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C2EED7-8CC9-4247-90ED-97E78F1A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C56581-83B6-4640-A127-D181827D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78A955-9CD6-4DAE-80D2-F0326E1BC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320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B13EF25-6910-40A4-8B90-C83058974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9C17A2-A7B6-4CF8-ABFF-46D3A4B38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C97036-6A1B-415A-9DB6-1E992D63B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AC67C-9A2A-43C2-8712-0422AF58044E}" type="datetimeFigureOut">
              <a:rPr lang="fr-FR" smtClean="0"/>
              <a:t>20/12/2020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8CFF8A-3F3A-458B-B9B6-436F6EE32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0108C6-11C3-49F2-ACDC-495B91E3A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5298D-188C-4BA3-90FE-8B229FA06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79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38C33-B2C0-479F-8BC9-9732CCD4B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File to </a:t>
            </a:r>
            <a:r>
              <a:rPr lang="fr-FR"/>
              <a:t>upload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196931-810B-4688-AF52-E2AEE257E3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67669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File to upload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Kallala, Ilyes (ESI)</dc:creator>
  <cp:lastModifiedBy>Kallala, Ilyes (ESI)</cp:lastModifiedBy>
  <cp:revision>2</cp:revision>
  <dcterms:created xsi:type="dcterms:W3CDTF">2020-12-20T14:11:22Z</dcterms:created>
  <dcterms:modified xsi:type="dcterms:W3CDTF">2020-12-20T14:11:56Z</dcterms:modified>
</cp:coreProperties>
</file>